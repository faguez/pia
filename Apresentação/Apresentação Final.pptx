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71" r:id="rId4"/>
    <p:sldId id="274" r:id="rId5"/>
    <p:sldId id="269" r:id="rId6"/>
    <p:sldId id="259" r:id="rId7"/>
    <p:sldId id="272" r:id="rId8"/>
    <p:sldId id="273" r:id="rId9"/>
    <p:sldId id="268" r:id="rId10"/>
    <p:sldId id="267" r:id="rId11"/>
    <p:sldId id="266" r:id="rId12"/>
    <p:sldId id="264" r:id="rId13"/>
    <p:sldId id="265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ixinho" initials="P" lastIdx="1" clrIdx="0">
    <p:extLst>
      <p:ext uri="{19B8F6BF-5375-455C-9EA6-DF929625EA0E}">
        <p15:presenceInfo xmlns:p15="http://schemas.microsoft.com/office/powerpoint/2012/main" userId="Peixinh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48D8D-7D7A-4F9F-BF92-FFB0A71FB6D0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E9BC-5F95-4AA6-BCA2-A82A7FFAB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1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Lulu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576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Allan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386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Allan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18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Allan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091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Fabricio (Gatão 2)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599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Lulu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960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Fabricio (Gatão 2)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326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Fabricio (Gatão 2)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8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51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88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62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51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32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89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74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57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58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32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A6FE6-3DEA-4A38-8E65-BEFBCA224401}" type="datetimeFigureOut">
              <a:rPr lang="pt-BR" smtClean="0"/>
              <a:t>29/11/2018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01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664675" y="1997675"/>
            <a:ext cx="2862650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latin typeface="+mj-lt"/>
              </a:rPr>
              <a:t>S.O.S</a:t>
            </a:r>
          </a:p>
          <a:p>
            <a:pPr algn="ctr"/>
            <a:r>
              <a:rPr lang="en-US" sz="2400" dirty="0" smtClean="0"/>
              <a:t>Save our Society</a:t>
            </a:r>
            <a:endParaRPr lang="en-US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673812" y="4860325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Powered by: </a:t>
            </a:r>
            <a:r>
              <a:rPr lang="pt-BR" dirty="0" smtClean="0"/>
              <a:t>Hórus</a:t>
            </a:r>
            <a:endParaRPr lang="pt-BR" dirty="0"/>
          </a:p>
        </p:txBody>
      </p:sp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4664675" y="1997676"/>
            <a:ext cx="5001839" cy="2862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smtClean="0">
                <a:latin typeface="+mj-lt"/>
              </a:rPr>
              <a:t>Allan Franco</a:t>
            </a:r>
          </a:p>
          <a:p>
            <a:r>
              <a:rPr lang="pt-BR" sz="2800" dirty="0" smtClean="0">
                <a:latin typeface="+mj-lt"/>
              </a:rPr>
              <a:t>Fabricio Rodrigues</a:t>
            </a:r>
          </a:p>
          <a:p>
            <a:r>
              <a:rPr lang="pt-BR" sz="2800" dirty="0" smtClean="0">
                <a:latin typeface="+mj-lt"/>
              </a:rPr>
              <a:t>Felipe Ferreira</a:t>
            </a:r>
          </a:p>
          <a:p>
            <a:r>
              <a:rPr lang="pt-BR" sz="2800" dirty="0" smtClean="0">
                <a:latin typeface="+mj-lt"/>
              </a:rPr>
              <a:t>Luiz Henrique</a:t>
            </a:r>
          </a:p>
          <a:p>
            <a:r>
              <a:rPr lang="pt-BR" sz="2800" dirty="0" smtClean="0">
                <a:latin typeface="+mj-lt"/>
              </a:rPr>
              <a:t>Luiza Moreira</a:t>
            </a:r>
            <a:endParaRPr lang="pt-B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211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build="p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027612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 smtClean="0">
                <a:latin typeface="+mj-lt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0245093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027612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 smtClean="0">
                <a:latin typeface="+mj-lt"/>
              </a:rPr>
              <a:t>Introdução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27611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 smtClean="0">
                <a:latin typeface="+mj-lt"/>
              </a:rPr>
              <a:t>Emergência</a:t>
            </a:r>
          </a:p>
        </p:txBody>
      </p:sp>
    </p:spTree>
    <p:extLst>
      <p:ext uri="{BB962C8B-B14F-4D97-AF65-F5344CB8AC3E}">
        <p14:creationId xmlns:p14="http://schemas.microsoft.com/office/powerpoint/2010/main" val="738653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027612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 smtClean="0">
                <a:latin typeface="+mj-lt"/>
              </a:rPr>
              <a:t>Introdução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27611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 dirty="0" err="1" smtClean="0">
                <a:latin typeface="+mj-lt"/>
              </a:rPr>
              <a:t>Desinvolvimento</a:t>
            </a:r>
            <a:endParaRPr lang="pt-BR" sz="6000" b="1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3578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54" y="1821620"/>
            <a:ext cx="3282377" cy="4009072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O que é o S.O.S?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825625"/>
            <a:ext cx="7020697" cy="4005067"/>
          </a:xfrm>
          <a:ln>
            <a:solidFill>
              <a:schemeClr val="tx1"/>
            </a:solidFill>
          </a:ln>
        </p:spPr>
        <p:txBody>
          <a:bodyPr anchor="t"/>
          <a:lstStyle/>
          <a:p>
            <a:r>
              <a:rPr lang="en-US" dirty="0"/>
              <a:t>Um </a:t>
            </a:r>
            <a:r>
              <a:rPr lang="pt-BR" dirty="0"/>
              <a:t>intermediário entre o usuário e os órgãos públicos de emergência.</a:t>
            </a:r>
          </a:p>
          <a:p>
            <a:r>
              <a:rPr lang="pt-BR" dirty="0" smtClean="0"/>
              <a:t>Proporcionador de </a:t>
            </a:r>
            <a:r>
              <a:rPr lang="pt-BR" dirty="0"/>
              <a:t>a</a:t>
            </a:r>
            <a:r>
              <a:rPr lang="pt-BR" dirty="0" smtClean="0"/>
              <a:t>gilidade</a:t>
            </a:r>
            <a:r>
              <a:rPr lang="en-US" dirty="0" smtClean="0"/>
              <a:t> </a:t>
            </a:r>
            <a:r>
              <a:rPr lang="pt-BR" dirty="0" smtClean="0"/>
              <a:t>no contato com corpos de emergência.</a:t>
            </a:r>
          </a:p>
          <a:p>
            <a:r>
              <a:rPr lang="pt-BR" dirty="0" smtClean="0"/>
              <a:t>Uma ideia que pode salvar vidas.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02516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Como </a:t>
            </a:r>
            <a:r>
              <a:rPr lang="pt-BR" dirty="0" smtClean="0"/>
              <a:t>funciona</a:t>
            </a:r>
            <a:r>
              <a:rPr lang="en-US" dirty="0" smtClean="0"/>
              <a:t>?</a:t>
            </a:r>
            <a:endParaRPr lang="pt-BR" dirty="0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706120"/>
              </p:ext>
            </p:extLst>
          </p:nvPr>
        </p:nvGraphicFramePr>
        <p:xfrm>
          <a:off x="4231698" y="1030779"/>
          <a:ext cx="7198302" cy="4799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ocument" r:id="rId4" imgW="6374636" imgH="3030949" progId="Word.Document.8">
                  <p:embed/>
                </p:oleObj>
              </mc:Choice>
              <mc:Fallback>
                <p:oleObj name="Document" r:id="rId4" imgW="6374636" imgH="3030949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31698" y="1030779"/>
                        <a:ext cx="7198302" cy="4799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ângulo 1"/>
          <p:cNvSpPr/>
          <p:nvPr/>
        </p:nvSpPr>
        <p:spPr>
          <a:xfrm>
            <a:off x="838200" y="1825625"/>
            <a:ext cx="3268287" cy="40050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0" y="1825625"/>
            <a:ext cx="3282377" cy="40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337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Como </a:t>
            </a:r>
            <a:r>
              <a:rPr lang="pt-BR" dirty="0" smtClean="0"/>
              <a:t>funciona</a:t>
            </a:r>
            <a:r>
              <a:rPr lang="en-US" dirty="0" smtClean="0"/>
              <a:t>?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057" y="1825625"/>
            <a:ext cx="6977743" cy="4005068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838200" y="1825625"/>
            <a:ext cx="3268287" cy="40050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0" y="1825625"/>
            <a:ext cx="3282377" cy="40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796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056" y="1825625"/>
            <a:ext cx="6977743" cy="4069462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Como </a:t>
            </a:r>
            <a:r>
              <a:rPr lang="pt-BR" dirty="0" smtClean="0"/>
              <a:t>funciona</a:t>
            </a:r>
            <a:r>
              <a:rPr lang="en-US" dirty="0" smtClean="0"/>
              <a:t>?</a:t>
            </a:r>
            <a:endParaRPr lang="pt-BR" dirty="0"/>
          </a:p>
        </p:txBody>
      </p:sp>
      <p:sp>
        <p:nvSpPr>
          <p:cNvPr id="2" name="Retângulo 1"/>
          <p:cNvSpPr/>
          <p:nvPr/>
        </p:nvSpPr>
        <p:spPr>
          <a:xfrm>
            <a:off x="838200" y="1825625"/>
            <a:ext cx="3268287" cy="40050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0" y="1825625"/>
            <a:ext cx="3282377" cy="40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79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238185" y="1859520"/>
            <a:ext cx="3115615" cy="397117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pt-BR" dirty="0"/>
              <a:t>Design Arrojado</a:t>
            </a:r>
          </a:p>
          <a:p>
            <a:pPr marL="0" indent="0" algn="ctr">
              <a:buNone/>
            </a:pPr>
            <a:r>
              <a:rPr lang="pt-BR" dirty="0"/>
              <a:t>Intuitivo</a:t>
            </a:r>
          </a:p>
          <a:p>
            <a:pPr marL="0" indent="0" algn="ctr">
              <a:buNone/>
            </a:pPr>
            <a:r>
              <a:rPr lang="pt-BR" dirty="0"/>
              <a:t>Responsivo</a:t>
            </a:r>
          </a:p>
        </p:txBody>
      </p:sp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838200" y="1859520"/>
            <a:ext cx="3115614" cy="39711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400" dirty="0"/>
              <a:t>Simples</a:t>
            </a:r>
          </a:p>
          <a:p>
            <a:pPr marL="0" indent="0" algn="ctr">
              <a:buNone/>
            </a:pPr>
            <a:r>
              <a:rPr lang="pt-BR" sz="2400" dirty="0"/>
              <a:t>Fácil Interação</a:t>
            </a:r>
          </a:p>
          <a:p>
            <a:pPr marL="0" indent="0" algn="ctr">
              <a:buNone/>
            </a:pPr>
            <a:r>
              <a:rPr lang="pt-BR" sz="2400" dirty="0"/>
              <a:t>Moderno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0" b="762"/>
          <a:stretch/>
        </p:blipFill>
        <p:spPr>
          <a:xfrm>
            <a:off x="4257820" y="1614147"/>
            <a:ext cx="3676358" cy="5033376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/>
              <a:t>Design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44589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54" y="1821620"/>
            <a:ext cx="3282377" cy="4009072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 smtClean="0"/>
              <a:t>Programação</a:t>
            </a:r>
            <a:r>
              <a:rPr lang="en-US" dirty="0" smtClean="0"/>
              <a:t> do S.O.S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54" y="1821621"/>
            <a:ext cx="3278745" cy="4009072"/>
          </a:xfrm>
          <a:prstGeom prst="rect">
            <a:avLst/>
          </a:prstGeom>
        </p:spPr>
      </p:pic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825625"/>
            <a:ext cx="7020697" cy="4005067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pt-BR" u="sng" dirty="0"/>
              <a:t>Linguagem WEB</a:t>
            </a:r>
          </a:p>
          <a:p>
            <a:pPr marL="0" indent="0" algn="ctr">
              <a:buNone/>
            </a:pPr>
            <a:r>
              <a:rPr lang="pt-BR" dirty="0"/>
              <a:t>(HTML, CSS e JavaScript)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u="sng" dirty="0"/>
              <a:t>Cordova</a:t>
            </a:r>
          </a:p>
          <a:p>
            <a:pPr marL="0" indent="0" algn="ctr">
              <a:buNone/>
            </a:pPr>
            <a:r>
              <a:rPr lang="pt-BR" dirty="0"/>
              <a:t>(Java)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083" y="1825625"/>
            <a:ext cx="2686317" cy="40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44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238185" y="1859520"/>
            <a:ext cx="3115615" cy="397117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pt-BR" dirty="0"/>
              <a:t>Utilização de apenas linguagem WEB.</a:t>
            </a:r>
          </a:p>
          <a:p>
            <a:pPr marL="0" indent="0" algn="ctr">
              <a:buNone/>
            </a:pPr>
            <a:r>
              <a:rPr lang="pt-BR" dirty="0"/>
              <a:t>Não possuía ligação instantânea.</a:t>
            </a:r>
          </a:p>
        </p:txBody>
      </p:sp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838200" y="1859520"/>
            <a:ext cx="3115614" cy="39711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400" dirty="0"/>
              <a:t>Dificuldade na medida de atendimento</a:t>
            </a:r>
          </a:p>
          <a:p>
            <a:pPr marL="0" indent="0" algn="ctr">
              <a:buNone/>
            </a:pPr>
            <a:r>
              <a:rPr lang="pt-BR" sz="2400" dirty="0"/>
              <a:t>Corte de comunicação com a central.</a:t>
            </a:r>
          </a:p>
          <a:p>
            <a:pPr marL="0" indent="0" algn="ctr">
              <a:buNone/>
            </a:pPr>
            <a:r>
              <a:rPr lang="pt-BR" sz="2400" dirty="0"/>
              <a:t>Necessitava nacionalidade Brasileira.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/>
              <a:t>1º Versão (Brasil Cidadão)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854" t="54467" r="51780" b="30283"/>
          <a:stretch/>
        </p:blipFill>
        <p:spPr>
          <a:xfrm>
            <a:off x="5241702" y="3928057"/>
            <a:ext cx="785611" cy="1030310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4167187" y="1859520"/>
            <a:ext cx="3856351" cy="39711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8" t="10048" r="35320" b="10196"/>
          <a:stretch/>
        </p:blipFill>
        <p:spPr>
          <a:xfrm>
            <a:off x="4469840" y="1900109"/>
            <a:ext cx="3251044" cy="394093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872" y="5350413"/>
            <a:ext cx="756852" cy="37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946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238185" y="1859520"/>
            <a:ext cx="3115615" cy="397117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pt-BR" dirty="0" smtClean="0"/>
              <a:t>Aplicativo nativo do celular (APP).</a:t>
            </a:r>
            <a:endParaRPr lang="pt-BR" dirty="0"/>
          </a:p>
        </p:txBody>
      </p:sp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838200" y="1859520"/>
            <a:ext cx="3115614" cy="39711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dirty="0" smtClean="0"/>
              <a:t>Implementação da “ligação instantânea”.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850" b="17371"/>
          <a:stretch/>
        </p:blipFill>
        <p:spPr>
          <a:xfrm>
            <a:off x="4167187" y="1859520"/>
            <a:ext cx="3857625" cy="3971172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/>
              <a:t>Versão Final</a:t>
            </a:r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854" t="54467" r="51780" b="30283"/>
          <a:stretch/>
        </p:blipFill>
        <p:spPr>
          <a:xfrm>
            <a:off x="5241702" y="3928057"/>
            <a:ext cx="785611" cy="10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4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027612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latin typeface="+mj-lt"/>
              </a:rPr>
              <a:t>Obrigado pela </a:t>
            </a:r>
            <a:r>
              <a:rPr lang="pt-BR" sz="6000" b="1" dirty="0" smtClean="0">
                <a:latin typeface="+mj-lt"/>
              </a:rPr>
              <a:t>Atenção</a:t>
            </a:r>
            <a:r>
              <a:rPr lang="en-US" sz="6000" b="1" dirty="0" smtClean="0">
                <a:latin typeface="+mj-lt"/>
              </a:rPr>
              <a:t>!</a:t>
            </a:r>
            <a:endParaRPr lang="en-US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082746" y="4860325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Powered by: </a:t>
            </a:r>
            <a:r>
              <a:rPr lang="pt-BR" dirty="0" smtClean="0"/>
              <a:t>Hórus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7840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176</Words>
  <Application>Microsoft Office PowerPoint</Application>
  <PresentationFormat>Widescreen</PresentationFormat>
  <Paragraphs>60</Paragraphs>
  <Slides>13</Slides>
  <Notes>8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Document</vt:lpstr>
      <vt:lpstr>Apresentação do PowerPoint</vt:lpstr>
      <vt:lpstr>Apresentação do PowerPoint</vt:lpstr>
      <vt:lpstr>Apresentação do PowerPoint</vt:lpstr>
      <vt:lpstr>Apresentação do PowerPoint</vt:lpstr>
      <vt:lpstr>O que é o S.O.S?</vt:lpstr>
      <vt:lpstr>Como funciona?</vt:lpstr>
      <vt:lpstr>Como funciona?</vt:lpstr>
      <vt:lpstr>Como funciona?</vt:lpstr>
      <vt:lpstr>Design</vt:lpstr>
      <vt:lpstr>Programação do S.O.S</vt:lpstr>
      <vt:lpstr>1º Versão (Brasil Cidadão)</vt:lpstr>
      <vt:lpstr>Versão Final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S.O.S</dc:title>
  <dc:creator>Peixinho</dc:creator>
  <cp:lastModifiedBy>Peixinho</cp:lastModifiedBy>
  <cp:revision>25</cp:revision>
  <dcterms:created xsi:type="dcterms:W3CDTF">2018-11-21T23:08:33Z</dcterms:created>
  <dcterms:modified xsi:type="dcterms:W3CDTF">2018-11-29T17:04:55Z</dcterms:modified>
</cp:coreProperties>
</file>