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Default Extension="vml" ContentType="application/vnd.openxmlformats-officedocument.vmlDrawing"/>
  <Default Extension="doc" ContentType="application/msword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56" r:id="rId2"/>
    <p:sldId id="258" r:id="rId3"/>
    <p:sldId id="259" r:id="rId4"/>
    <p:sldId id="261" r:id="rId5"/>
    <p:sldId id="262" r:id="rId6"/>
    <p:sldId id="263" r:id="rId7"/>
    <p:sldId id="264" r:id="rId8"/>
    <p:sldId id="265" r:id="rId9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Peixinho" initials="P" lastIdx="1" clrIdx="0">
    <p:extLst>
      <p:ext uri="{19B8F6BF-5375-455C-9EA6-DF929625EA0E}">
        <p15:presenceInfo xmlns:p15="http://schemas.microsoft.com/office/powerpoint/2012/main" userId="Peixinho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 varScale="1">
        <p:scale>
          <a:sx n="115" d="100"/>
          <a:sy n="115" d="100"/>
        </p:scale>
        <p:origin x="468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commentAuthors" Target="commentAuthors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9448D8D-7D7A-4F9F-BF92-FFB0A71FB6D0}" type="datetimeFigureOut">
              <a:rPr lang="pt-BR" smtClean="0"/>
              <a:t>23/11/2018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903E9BC-5F95-4AA6-BCA2-A82A7FFABC2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20111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 smtClean="0"/>
              <a:t>Lulu</a:t>
            </a:r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903E9BC-5F95-4AA6-BCA2-A82A7FFABC20}" type="slidenum">
              <a:rPr lang="pt-BR" smtClean="0"/>
              <a:t>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3746563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 smtClean="0"/>
              <a:t>Allan</a:t>
            </a:r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903E9BC-5F95-4AA6-BCA2-A82A7FFABC20}" type="slidenum">
              <a:rPr lang="pt-BR" smtClean="0"/>
              <a:t>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3038658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 smtClean="0"/>
              <a:t>Luiz</a:t>
            </a:r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903E9BC-5F95-4AA6-BCA2-A82A7FFABC20}" type="slidenum">
              <a:rPr lang="pt-BR" smtClean="0"/>
              <a:t>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2333037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 smtClean="0"/>
              <a:t>Fabrício</a:t>
            </a:r>
            <a:r>
              <a:rPr lang="pt-BR" baseline="0" dirty="0" smtClean="0"/>
              <a:t> (Gatão)</a:t>
            </a:r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903E9BC-5F95-4AA6-BCA2-A82A7FFABC20}" type="slidenum">
              <a:rPr lang="pt-BR" smtClean="0"/>
              <a:t>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6670243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 smtClean="0"/>
              <a:t>Ferreira</a:t>
            </a:r>
            <a:r>
              <a:rPr lang="pt-BR" baseline="0" dirty="0" smtClean="0"/>
              <a:t> (</a:t>
            </a:r>
            <a:r>
              <a:rPr lang="pt-BR" baseline="0" dirty="0" err="1" smtClean="0"/>
              <a:t>Viado</a:t>
            </a:r>
            <a:r>
              <a:rPr lang="pt-BR" baseline="0" dirty="0" smtClean="0"/>
              <a:t>)</a:t>
            </a:r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903E9BC-5F95-4AA6-BCA2-A82A7FFABC20}" type="slidenum">
              <a:rPr lang="pt-BR" smtClean="0"/>
              <a:t>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3723370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 smtClean="0"/>
              <a:t>Fabricio (Gatão 2)</a:t>
            </a:r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903E9BC-5F95-4AA6-BCA2-A82A7FFABC20}" type="slidenum">
              <a:rPr lang="pt-BR" smtClean="0"/>
              <a:t>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268808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 smtClean="0"/>
              <a:t>Clique para editar o estilo do subtítulo Mestre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8A6FE6-3DEA-4A38-8E65-BEFBCA224401}" type="datetimeFigureOut">
              <a:rPr lang="pt-BR" smtClean="0"/>
              <a:t>23/11/2018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007380-1CC8-4723-B14F-6AF1C6E92EB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7216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8A6FE6-3DEA-4A38-8E65-BEFBCA224401}" type="datetimeFigureOut">
              <a:rPr lang="pt-BR" smtClean="0"/>
              <a:t>23/11/2018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007380-1CC8-4723-B14F-6AF1C6E92EB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395108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8A6FE6-3DEA-4A38-8E65-BEFBCA224401}" type="datetimeFigureOut">
              <a:rPr lang="pt-BR" smtClean="0"/>
              <a:t>23/11/2018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007380-1CC8-4723-B14F-6AF1C6E92EB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038837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8A6FE6-3DEA-4A38-8E65-BEFBCA224401}" type="datetimeFigureOut">
              <a:rPr lang="pt-BR" smtClean="0"/>
              <a:t>23/11/2018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007380-1CC8-4723-B14F-6AF1C6E92EB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7862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8A6FE6-3DEA-4A38-8E65-BEFBCA224401}" type="datetimeFigureOut">
              <a:rPr lang="pt-BR" smtClean="0"/>
              <a:t>23/11/2018</a:t>
            </a:fld>
            <a:endParaRPr lang="pt-BR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007380-1CC8-4723-B14F-6AF1C6E92EB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925122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8A6FE6-3DEA-4A38-8E65-BEFBCA224401}" type="datetimeFigureOut">
              <a:rPr lang="pt-BR" smtClean="0"/>
              <a:t>23/11/2018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007380-1CC8-4723-B14F-6AF1C6E92EB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343246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8A6FE6-3DEA-4A38-8E65-BEFBCA224401}" type="datetimeFigureOut">
              <a:rPr lang="pt-BR" smtClean="0"/>
              <a:t>23/11/2018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007380-1CC8-4723-B14F-6AF1C6E92EB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798957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8A6FE6-3DEA-4A38-8E65-BEFBCA224401}" type="datetimeFigureOut">
              <a:rPr lang="pt-BR" smtClean="0"/>
              <a:t>23/11/2018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007380-1CC8-4723-B14F-6AF1C6E92EB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53745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8A6FE6-3DEA-4A38-8E65-BEFBCA224401}" type="datetimeFigureOut">
              <a:rPr lang="pt-BR" smtClean="0"/>
              <a:t>23/11/2018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007380-1CC8-4723-B14F-6AF1C6E92EB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725771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8A6FE6-3DEA-4A38-8E65-BEFBCA224401}" type="datetimeFigureOut">
              <a:rPr lang="pt-BR" smtClean="0"/>
              <a:t>23/11/2018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007380-1CC8-4723-B14F-6AF1C6E92EB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225852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8A6FE6-3DEA-4A38-8E65-BEFBCA224401}" type="datetimeFigureOut">
              <a:rPr lang="pt-BR" smtClean="0"/>
              <a:t>23/11/2018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007380-1CC8-4723-B14F-6AF1C6E92EB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133227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8A6FE6-3DEA-4A38-8E65-BEFBCA224401}" type="datetimeFigureOut">
              <a:rPr lang="pt-BR" smtClean="0"/>
              <a:t>23/11/2018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007380-1CC8-4723-B14F-6AF1C6E92EB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070133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1.png"/><Relationship Id="rId5" Type="http://schemas.openxmlformats.org/officeDocument/2006/relationships/image" Target="../media/image2.emf"/><Relationship Id="rId4" Type="http://schemas.openxmlformats.org/officeDocument/2006/relationships/oleObject" Target="../embeddings/Documento_do_Microsoft_Word_97_-_20031.doc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microsoft.com/office/2007/relationships/hdphoto" Target="../media/hdphoto1.wdp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/>
          <p:cNvSpPr/>
          <p:nvPr/>
        </p:nvSpPr>
        <p:spPr>
          <a:xfrm>
            <a:off x="4664675" y="1997675"/>
            <a:ext cx="2862650" cy="286265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0" b="1" dirty="0" smtClean="0">
                <a:latin typeface="+mj-lt"/>
              </a:rPr>
              <a:t>S.O.S</a:t>
            </a:r>
          </a:p>
          <a:p>
            <a:pPr algn="ctr"/>
            <a:r>
              <a:rPr lang="en-US" sz="2400" dirty="0" smtClean="0"/>
              <a:t>Save our Society</a:t>
            </a:r>
            <a:endParaRPr lang="en-US" sz="2400" dirty="0"/>
          </a:p>
        </p:txBody>
      </p:sp>
      <p:sp>
        <p:nvSpPr>
          <p:cNvPr id="7" name="CaixaDeTexto 6"/>
          <p:cNvSpPr txBox="1"/>
          <p:nvPr/>
        </p:nvSpPr>
        <p:spPr>
          <a:xfrm>
            <a:off x="5673812" y="4860325"/>
            <a:ext cx="20265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Powered by: </a:t>
            </a:r>
            <a:r>
              <a:rPr lang="pt-BR" dirty="0" smtClean="0"/>
              <a:t>Hórus</a:t>
            </a:r>
            <a:endParaRPr lang="pt-BR" dirty="0"/>
          </a:p>
        </p:txBody>
      </p:sp>
      <p:sp>
        <p:nvSpPr>
          <p:cNvPr id="8" name="Espaço Reservado para Conteúdo 5"/>
          <p:cNvSpPr txBox="1">
            <a:spLocks/>
          </p:cNvSpPr>
          <p:nvPr/>
        </p:nvSpPr>
        <p:spPr>
          <a:xfrm>
            <a:off x="4664675" y="1997676"/>
            <a:ext cx="5001839" cy="286265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 anchor="ctr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sz="2800" dirty="0" smtClean="0">
                <a:latin typeface="+mj-lt"/>
              </a:rPr>
              <a:t>Allan Franco</a:t>
            </a:r>
          </a:p>
          <a:p>
            <a:r>
              <a:rPr lang="pt-BR" sz="2800" dirty="0" smtClean="0">
                <a:latin typeface="+mj-lt"/>
              </a:rPr>
              <a:t>Fabricio Rodrigues</a:t>
            </a:r>
          </a:p>
          <a:p>
            <a:r>
              <a:rPr lang="pt-BR" sz="2800" dirty="0" smtClean="0">
                <a:latin typeface="+mj-lt"/>
              </a:rPr>
              <a:t>Felipe Ferreira</a:t>
            </a:r>
          </a:p>
          <a:p>
            <a:r>
              <a:rPr lang="pt-BR" sz="2800" dirty="0" smtClean="0">
                <a:latin typeface="+mj-lt"/>
              </a:rPr>
              <a:t>Luiz Henrique</a:t>
            </a:r>
          </a:p>
          <a:p>
            <a:r>
              <a:rPr lang="pt-BR" sz="2800" dirty="0" smtClean="0">
                <a:latin typeface="+mj-lt"/>
              </a:rPr>
              <a:t>Luiza Moreira</a:t>
            </a:r>
            <a:endParaRPr lang="pt-BR" sz="28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6221135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5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25 0 E" pathEditMode="relative" ptsTypes="">
                                      <p:cBhvr>
                                        <p:cTn id="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22" presetClass="exit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8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7" grpId="0" build="p"/>
      <p:bldP spid="8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4"/>
          <p:cNvSpPr>
            <a:spLocks noGrp="1"/>
          </p:cNvSpPr>
          <p:nvPr>
            <p:ph type="title"/>
          </p:nvPr>
        </p:nvSpPr>
        <p:spPr>
          <a:xfrm>
            <a:off x="838200" y="605481"/>
            <a:ext cx="10515600" cy="864973"/>
          </a:xfr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>
            <a:norm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dirty="0" smtClean="0"/>
              <a:t>O que é o S.O.S?</a:t>
            </a:r>
            <a:endParaRPr lang="pt-BR" dirty="0"/>
          </a:p>
        </p:txBody>
      </p:sp>
      <p:sp>
        <p:nvSpPr>
          <p:cNvPr id="6" name="Espaço Reservado para Conteúdo 5"/>
          <p:cNvSpPr>
            <a:spLocks noGrp="1"/>
          </p:cNvSpPr>
          <p:nvPr>
            <p:ph idx="1"/>
          </p:nvPr>
        </p:nvSpPr>
        <p:spPr>
          <a:xfrm>
            <a:off x="838200" y="1825625"/>
            <a:ext cx="7020697" cy="4005067"/>
          </a:xfrm>
          <a:ln>
            <a:solidFill>
              <a:schemeClr val="tx1"/>
            </a:solidFill>
          </a:ln>
        </p:spPr>
        <p:txBody>
          <a:bodyPr anchor="t"/>
          <a:lstStyle/>
          <a:p>
            <a:r>
              <a:rPr lang="en-US" dirty="0"/>
              <a:t>Um </a:t>
            </a:r>
            <a:r>
              <a:rPr lang="pt-BR" dirty="0"/>
              <a:t>intermediário entre o usuário e os órgãos públicos de emergência.</a:t>
            </a:r>
          </a:p>
          <a:p>
            <a:r>
              <a:rPr lang="pt-BR" dirty="0" smtClean="0"/>
              <a:t>Proporcionador de </a:t>
            </a:r>
            <a:r>
              <a:rPr lang="pt-BR" dirty="0"/>
              <a:t>a</a:t>
            </a:r>
            <a:r>
              <a:rPr lang="pt-BR" dirty="0" smtClean="0"/>
              <a:t>gilidade</a:t>
            </a:r>
            <a:r>
              <a:rPr lang="en-US" dirty="0" smtClean="0"/>
              <a:t> </a:t>
            </a:r>
            <a:r>
              <a:rPr lang="pt-BR" dirty="0" smtClean="0"/>
              <a:t>no contato com corpos de emergência.</a:t>
            </a:r>
          </a:p>
          <a:p>
            <a:r>
              <a:rPr lang="pt-BR" dirty="0" smtClean="0"/>
              <a:t>Uma ideia que pode salvar vidas.</a:t>
            </a:r>
            <a:endParaRPr lang="pt-BR" dirty="0"/>
          </a:p>
        </p:txBody>
      </p:sp>
      <p:sp>
        <p:nvSpPr>
          <p:cNvPr id="3" name="Retângulo 2"/>
          <p:cNvSpPr/>
          <p:nvPr/>
        </p:nvSpPr>
        <p:spPr>
          <a:xfrm>
            <a:off x="8075054" y="1825625"/>
            <a:ext cx="3278746" cy="4005067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2" name="Imagem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42909" y="1337815"/>
            <a:ext cx="5743036" cy="49806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3544094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3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4"/>
          <p:cNvSpPr>
            <a:spLocks noGrp="1"/>
          </p:cNvSpPr>
          <p:nvPr>
            <p:ph type="title"/>
          </p:nvPr>
        </p:nvSpPr>
        <p:spPr>
          <a:xfrm>
            <a:off x="838200" y="605481"/>
            <a:ext cx="10515600" cy="864973"/>
          </a:xfr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>
            <a:norm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dirty="0" smtClean="0"/>
              <a:t>Como </a:t>
            </a:r>
            <a:r>
              <a:rPr lang="pt-BR" dirty="0" smtClean="0"/>
              <a:t>funciona</a:t>
            </a:r>
            <a:r>
              <a:rPr lang="en-US" dirty="0" smtClean="0"/>
              <a:t>?</a:t>
            </a:r>
            <a:endParaRPr lang="pt-BR" dirty="0"/>
          </a:p>
        </p:txBody>
      </p:sp>
      <p:graphicFrame>
        <p:nvGraphicFramePr>
          <p:cNvPr id="3" name="Objeto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51706120"/>
              </p:ext>
            </p:extLst>
          </p:nvPr>
        </p:nvGraphicFramePr>
        <p:xfrm>
          <a:off x="4231698" y="1030779"/>
          <a:ext cx="7198302" cy="479991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6" name="Document" r:id="rId4" imgW="6374636" imgH="3030949" progId="Word.Document.8">
                  <p:embed/>
                </p:oleObj>
              </mc:Choice>
              <mc:Fallback>
                <p:oleObj name="Document" r:id="rId4" imgW="6374636" imgH="3030949" progId="Word.Document.8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231698" y="1030779"/>
                        <a:ext cx="7198302" cy="479991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tângulo 1"/>
          <p:cNvSpPr/>
          <p:nvPr/>
        </p:nvSpPr>
        <p:spPr>
          <a:xfrm>
            <a:off x="838200" y="1825625"/>
            <a:ext cx="3268287" cy="4005067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8" name="Imagem 7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30481" y="1196498"/>
            <a:ext cx="6058389" cy="52541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8633754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4"/>
          <p:cNvSpPr>
            <a:spLocks noGrp="1"/>
          </p:cNvSpPr>
          <p:nvPr>
            <p:ph type="title"/>
          </p:nvPr>
        </p:nvSpPr>
        <p:spPr>
          <a:xfrm>
            <a:off x="838200" y="605481"/>
            <a:ext cx="10515600" cy="864973"/>
          </a:xfr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>
            <a:norm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dirty="0" smtClean="0"/>
              <a:t>Design</a:t>
            </a:r>
            <a:endParaRPr lang="pt-BR" dirty="0"/>
          </a:p>
        </p:txBody>
      </p:sp>
      <p:sp>
        <p:nvSpPr>
          <p:cNvPr id="6" name="Espaço Reservado para Conteúdo 5"/>
          <p:cNvSpPr>
            <a:spLocks noGrp="1"/>
          </p:cNvSpPr>
          <p:nvPr>
            <p:ph idx="1"/>
          </p:nvPr>
        </p:nvSpPr>
        <p:spPr>
          <a:xfrm>
            <a:off x="7994821" y="1859520"/>
            <a:ext cx="3358979" cy="3971172"/>
          </a:xfrm>
          <a:ln>
            <a:solidFill>
              <a:schemeClr val="tx1"/>
            </a:solidFill>
          </a:ln>
        </p:spPr>
        <p:txBody>
          <a:bodyPr anchor="ctr"/>
          <a:lstStyle/>
          <a:p>
            <a:pPr algn="ctr"/>
            <a:r>
              <a:rPr lang="pt-BR" dirty="0" smtClean="0"/>
              <a:t>Design Arrojado</a:t>
            </a:r>
          </a:p>
          <a:p>
            <a:pPr algn="ctr"/>
            <a:r>
              <a:rPr lang="pt-BR" dirty="0" smtClean="0"/>
              <a:t>Intuitivo</a:t>
            </a:r>
          </a:p>
          <a:p>
            <a:pPr algn="ctr"/>
            <a:r>
              <a:rPr lang="pt-BR" dirty="0" smtClean="0"/>
              <a:t>Responsivo</a:t>
            </a:r>
            <a:endParaRPr lang="pt-BR" dirty="0"/>
          </a:p>
        </p:txBody>
      </p:sp>
      <p:pic>
        <p:nvPicPr>
          <p:cNvPr id="2" name="Imagem 1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200" b="762"/>
          <a:stretch/>
        </p:blipFill>
        <p:spPr>
          <a:xfrm>
            <a:off x="4508083" y="1637452"/>
            <a:ext cx="3175833" cy="4917255"/>
          </a:xfrm>
          <a:prstGeom prst="rect">
            <a:avLst/>
          </a:prstGeom>
        </p:spPr>
      </p:pic>
      <p:sp>
        <p:nvSpPr>
          <p:cNvPr id="8" name="Espaço Reservado para Conteúdo 5"/>
          <p:cNvSpPr txBox="1">
            <a:spLocks/>
          </p:cNvSpPr>
          <p:nvPr/>
        </p:nvSpPr>
        <p:spPr>
          <a:xfrm>
            <a:off x="838200" y="1859520"/>
            <a:ext cx="3358979" cy="3971172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pt-BR" dirty="0" smtClean="0"/>
              <a:t>Simples</a:t>
            </a:r>
          </a:p>
          <a:p>
            <a:pPr algn="ctr"/>
            <a:r>
              <a:rPr lang="pt-BR" dirty="0" smtClean="0"/>
              <a:t>Fácil Interação</a:t>
            </a:r>
          </a:p>
          <a:p>
            <a:pPr algn="ctr"/>
            <a:r>
              <a:rPr lang="pt-BR" dirty="0" smtClean="0"/>
              <a:t>Moderno</a:t>
            </a:r>
          </a:p>
        </p:txBody>
      </p:sp>
    </p:spTree>
    <p:extLst>
      <p:ext uri="{BB962C8B-B14F-4D97-AF65-F5344CB8AC3E}">
        <p14:creationId xmlns:p14="http://schemas.microsoft.com/office/powerpoint/2010/main" val="148956858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8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4"/>
          <p:cNvSpPr>
            <a:spLocks noGrp="1"/>
          </p:cNvSpPr>
          <p:nvPr>
            <p:ph type="title"/>
          </p:nvPr>
        </p:nvSpPr>
        <p:spPr>
          <a:xfrm>
            <a:off x="838200" y="605481"/>
            <a:ext cx="10515600" cy="864973"/>
          </a:xfr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>
            <a:norm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dirty="0" smtClean="0"/>
              <a:t>Programação</a:t>
            </a:r>
            <a:endParaRPr lang="pt-BR" dirty="0"/>
          </a:p>
        </p:txBody>
      </p:sp>
      <p:sp>
        <p:nvSpPr>
          <p:cNvPr id="6" name="Espaço Reservado para Conteúdo 5"/>
          <p:cNvSpPr>
            <a:spLocks noGrp="1"/>
          </p:cNvSpPr>
          <p:nvPr>
            <p:ph idx="1"/>
          </p:nvPr>
        </p:nvSpPr>
        <p:spPr>
          <a:xfrm>
            <a:off x="838200" y="1825625"/>
            <a:ext cx="7255476" cy="4005067"/>
          </a:xfrm>
          <a:ln>
            <a:solidFill>
              <a:schemeClr val="tx1"/>
            </a:solidFill>
          </a:ln>
        </p:spPr>
        <p:txBody>
          <a:bodyPr anchor="ctr"/>
          <a:lstStyle/>
          <a:p>
            <a:pPr marL="0" indent="0" algn="ctr">
              <a:buNone/>
            </a:pPr>
            <a:r>
              <a:rPr lang="pt-BR" u="sng" dirty="0" smtClean="0"/>
              <a:t>Linguagem WEB</a:t>
            </a:r>
          </a:p>
          <a:p>
            <a:pPr marL="0" indent="0" algn="ctr">
              <a:buNone/>
            </a:pPr>
            <a:r>
              <a:rPr lang="pt-BR" dirty="0" smtClean="0"/>
              <a:t>(HTML, CSS e JavaScript)</a:t>
            </a:r>
          </a:p>
          <a:p>
            <a:pPr marL="0" indent="0" algn="ctr">
              <a:buNone/>
            </a:pPr>
            <a:endParaRPr lang="pt-BR" dirty="0"/>
          </a:p>
          <a:p>
            <a:pPr marL="0" indent="0" algn="ctr">
              <a:buNone/>
            </a:pPr>
            <a:r>
              <a:rPr lang="pt-BR" u="sng" dirty="0" smtClean="0"/>
              <a:t>Cordova</a:t>
            </a:r>
          </a:p>
          <a:p>
            <a:pPr marL="0" indent="0" algn="ctr">
              <a:buNone/>
            </a:pPr>
            <a:r>
              <a:rPr lang="pt-BR" dirty="0" smtClean="0"/>
              <a:t>(Java)</a:t>
            </a:r>
          </a:p>
        </p:txBody>
      </p:sp>
      <p:pic>
        <p:nvPicPr>
          <p:cNvPr id="2" name="Imagem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6354" y="1825625"/>
            <a:ext cx="2967446" cy="40050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6134357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4"/>
          <p:cNvSpPr>
            <a:spLocks noGrp="1"/>
          </p:cNvSpPr>
          <p:nvPr>
            <p:ph type="title"/>
          </p:nvPr>
        </p:nvSpPr>
        <p:spPr>
          <a:xfrm>
            <a:off x="838200" y="605481"/>
            <a:ext cx="10515600" cy="864973"/>
          </a:xfr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>
            <a:norm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dirty="0" smtClean="0"/>
              <a:t>1º Versão (Brasil Cidadão)</a:t>
            </a:r>
            <a:endParaRPr lang="pt-BR" dirty="0"/>
          </a:p>
        </p:txBody>
      </p:sp>
      <p:sp>
        <p:nvSpPr>
          <p:cNvPr id="6" name="Espaço Reservado para Conteúdo 5"/>
          <p:cNvSpPr>
            <a:spLocks noGrp="1"/>
          </p:cNvSpPr>
          <p:nvPr>
            <p:ph idx="1"/>
          </p:nvPr>
        </p:nvSpPr>
        <p:spPr>
          <a:xfrm>
            <a:off x="7994821" y="1859520"/>
            <a:ext cx="3358979" cy="4332274"/>
          </a:xfrm>
          <a:ln>
            <a:solidFill>
              <a:schemeClr val="tx1"/>
            </a:solidFill>
          </a:ln>
        </p:spPr>
        <p:txBody>
          <a:bodyPr anchor="ctr"/>
          <a:lstStyle/>
          <a:p>
            <a:pPr algn="ctr"/>
            <a:r>
              <a:rPr lang="pt-BR" dirty="0" smtClean="0"/>
              <a:t>Utilização de apenas linguagem WEB.</a:t>
            </a:r>
          </a:p>
          <a:p>
            <a:pPr algn="ctr"/>
            <a:r>
              <a:rPr lang="pt-BR" dirty="0" smtClean="0"/>
              <a:t>Não possuía ligação instantânea.</a:t>
            </a:r>
            <a:endParaRPr lang="pt-BR" dirty="0"/>
          </a:p>
        </p:txBody>
      </p:sp>
      <p:pic>
        <p:nvPicPr>
          <p:cNvPr id="7" name="Imagem 6"/>
          <p:cNvPicPr>
            <a:picLocks noChangeAspect="1"/>
          </p:cNvPicPr>
          <p:nvPr/>
        </p:nvPicPr>
        <p:blipFill>
          <a:blip r:embed="rId3">
            <a:clrChange>
              <a:clrFrom>
                <a:srgbClr val="467177"/>
              </a:clrFrom>
              <a:clrTo>
                <a:srgbClr val="467177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65938" y="1859520"/>
            <a:ext cx="3260124" cy="4332274"/>
          </a:xfrm>
          <a:prstGeom prst="rect">
            <a:avLst/>
          </a:prstGeom>
        </p:spPr>
      </p:pic>
      <p:sp>
        <p:nvSpPr>
          <p:cNvPr id="8" name="Espaço Reservado para Conteúdo 5"/>
          <p:cNvSpPr txBox="1">
            <a:spLocks/>
          </p:cNvSpPr>
          <p:nvPr/>
        </p:nvSpPr>
        <p:spPr>
          <a:xfrm>
            <a:off x="838200" y="1859520"/>
            <a:ext cx="3358979" cy="4332274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pt-BR" sz="2400" dirty="0"/>
              <a:t>Dificuldade na medida de atendimento</a:t>
            </a:r>
          </a:p>
          <a:p>
            <a:pPr algn="ctr"/>
            <a:r>
              <a:rPr lang="pt-BR" sz="2400" dirty="0" smtClean="0"/>
              <a:t>Corte </a:t>
            </a:r>
            <a:r>
              <a:rPr lang="pt-BR" sz="2400" dirty="0"/>
              <a:t>de comunicação com a central.</a:t>
            </a:r>
          </a:p>
          <a:p>
            <a:pPr algn="ctr"/>
            <a:r>
              <a:rPr lang="pt-BR" sz="2400" dirty="0" smtClean="0"/>
              <a:t>Necessitava nacionalidade Brasileira.</a:t>
            </a:r>
          </a:p>
        </p:txBody>
      </p:sp>
      <p:sp>
        <p:nvSpPr>
          <p:cNvPr id="11" name="Retângulo 10"/>
          <p:cNvSpPr/>
          <p:nvPr/>
        </p:nvSpPr>
        <p:spPr>
          <a:xfrm>
            <a:off x="4465938" y="1859520"/>
            <a:ext cx="3260124" cy="4332274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 rotWithShape="1">
          <a:blip r:embed="rId4">
            <a:clrChange>
              <a:clrFrom>
                <a:srgbClr val="0C0C0C"/>
              </a:clrFrom>
              <a:clrTo>
                <a:srgbClr val="0C0C0C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958" t="2858" r="35320" b="3237"/>
          <a:stretch/>
        </p:blipFill>
        <p:spPr>
          <a:xfrm>
            <a:off x="4728754" y="1859520"/>
            <a:ext cx="2782389" cy="4332274"/>
          </a:xfrm>
          <a:prstGeom prst="rect">
            <a:avLst/>
          </a:prstGeom>
        </p:spPr>
      </p:pic>
      <p:pic>
        <p:nvPicPr>
          <p:cNvPr id="12" name="Imagem 11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45733" y="5743470"/>
            <a:ext cx="756852" cy="3734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0758023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4"/>
          <p:cNvSpPr>
            <a:spLocks noGrp="1"/>
          </p:cNvSpPr>
          <p:nvPr>
            <p:ph type="title"/>
          </p:nvPr>
        </p:nvSpPr>
        <p:spPr>
          <a:xfrm>
            <a:off x="838200" y="605481"/>
            <a:ext cx="10515600" cy="864973"/>
          </a:xfr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>
            <a:norm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dirty="0" smtClean="0"/>
              <a:t>Versão Final</a:t>
            </a:r>
            <a:endParaRPr lang="pt-BR" dirty="0"/>
          </a:p>
        </p:txBody>
      </p:sp>
      <p:sp>
        <p:nvSpPr>
          <p:cNvPr id="6" name="Espaço Reservado para Conteúdo 5"/>
          <p:cNvSpPr>
            <a:spLocks noGrp="1"/>
          </p:cNvSpPr>
          <p:nvPr>
            <p:ph idx="1"/>
          </p:nvPr>
        </p:nvSpPr>
        <p:spPr>
          <a:xfrm>
            <a:off x="7824651" y="1859520"/>
            <a:ext cx="3529149" cy="3971172"/>
          </a:xfrm>
          <a:ln>
            <a:solidFill>
              <a:schemeClr val="tx1"/>
            </a:solidFill>
          </a:ln>
        </p:spPr>
        <p:txBody>
          <a:bodyPr anchor="ctr"/>
          <a:lstStyle/>
          <a:p>
            <a:pPr algn="ctr"/>
            <a:r>
              <a:rPr lang="pt-BR" dirty="0" smtClean="0"/>
              <a:t>Aplicativo nativo do celular (APP).</a:t>
            </a:r>
            <a:endParaRPr lang="pt-BR" dirty="0"/>
          </a:p>
        </p:txBody>
      </p:sp>
      <p:sp>
        <p:nvSpPr>
          <p:cNvPr id="8" name="Espaço Reservado para Conteúdo 5"/>
          <p:cNvSpPr txBox="1">
            <a:spLocks/>
          </p:cNvSpPr>
          <p:nvPr/>
        </p:nvSpPr>
        <p:spPr>
          <a:xfrm>
            <a:off x="838200" y="1859520"/>
            <a:ext cx="3529148" cy="3971172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pt-BR" sz="2400" dirty="0" smtClean="0"/>
              <a:t>Implementação da “ligação instantânea”.</a:t>
            </a:r>
          </a:p>
        </p:txBody>
      </p:sp>
      <p:pic>
        <p:nvPicPr>
          <p:cNvPr id="2" name="Imagem 1"/>
          <p:cNvPicPr>
            <a:picLocks noChangeAspect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artisticBlur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29298" y="1593667"/>
            <a:ext cx="2733403" cy="4859383"/>
          </a:xfrm>
          <a:prstGeom prst="rect">
            <a:avLst/>
          </a:prstGeom>
        </p:spPr>
      </p:pic>
      <p:pic>
        <p:nvPicPr>
          <p:cNvPr id="9" name="Imagem 8"/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3026" t="54570" r="28813" b="30914"/>
          <a:stretch/>
        </p:blipFill>
        <p:spPr>
          <a:xfrm>
            <a:off x="6178730" y="4245429"/>
            <a:ext cx="496389" cy="7053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184021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/>
          <p:cNvSpPr/>
          <p:nvPr/>
        </p:nvSpPr>
        <p:spPr>
          <a:xfrm>
            <a:off x="1027612" y="1997675"/>
            <a:ext cx="10136777" cy="286265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0" b="1" dirty="0" smtClean="0">
                <a:latin typeface="+mj-lt"/>
              </a:rPr>
              <a:t>Obrigado pela </a:t>
            </a:r>
            <a:r>
              <a:rPr lang="pt-BR" sz="6000" b="1" dirty="0" smtClean="0">
                <a:latin typeface="+mj-lt"/>
              </a:rPr>
              <a:t>Atenção</a:t>
            </a:r>
            <a:r>
              <a:rPr lang="en-US" sz="6000" b="1" dirty="0" smtClean="0">
                <a:latin typeface="+mj-lt"/>
              </a:rPr>
              <a:t>!</a:t>
            </a:r>
            <a:endParaRPr lang="en-US" sz="2400" dirty="0"/>
          </a:p>
        </p:txBody>
      </p:sp>
      <p:sp>
        <p:nvSpPr>
          <p:cNvPr id="7" name="CaixaDeTexto 6"/>
          <p:cNvSpPr txBox="1"/>
          <p:nvPr/>
        </p:nvSpPr>
        <p:spPr>
          <a:xfrm>
            <a:off x="5082746" y="4860325"/>
            <a:ext cx="20265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Powered by: </a:t>
            </a:r>
            <a:r>
              <a:rPr lang="pt-BR" dirty="0" smtClean="0"/>
              <a:t>Hórus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230784020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127</TotalTime>
  <Words>157</Words>
  <Application>Microsoft Office PowerPoint</Application>
  <PresentationFormat>Widescreen</PresentationFormat>
  <Paragraphs>49</Paragraphs>
  <Slides>8</Slides>
  <Notes>6</Notes>
  <HiddenSlides>0</HiddenSlides>
  <MMClips>0</MMClips>
  <ScaleCrop>false</ScaleCrop>
  <HeadingPairs>
    <vt:vector size="8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Servidores OLE inseridos</vt:lpstr>
      </vt:variant>
      <vt:variant>
        <vt:i4>1</vt:i4>
      </vt:variant>
      <vt:variant>
        <vt:lpstr>Títulos de slides</vt:lpstr>
      </vt:variant>
      <vt:variant>
        <vt:i4>8</vt:i4>
      </vt:variant>
    </vt:vector>
  </HeadingPairs>
  <TitlesOfParts>
    <vt:vector size="13" baseType="lpstr">
      <vt:lpstr>Arial</vt:lpstr>
      <vt:lpstr>Calibri</vt:lpstr>
      <vt:lpstr>Calibri Light</vt:lpstr>
      <vt:lpstr>Tema do Office</vt:lpstr>
      <vt:lpstr>Documento do Microsoft Word 97 - 2003</vt:lpstr>
      <vt:lpstr>Apresentação do PowerPoint</vt:lpstr>
      <vt:lpstr>O que é o S.O.S?</vt:lpstr>
      <vt:lpstr>Como funciona?</vt:lpstr>
      <vt:lpstr>Design</vt:lpstr>
      <vt:lpstr>Programação</vt:lpstr>
      <vt:lpstr>1º Versão (Brasil Cidadão)</vt:lpstr>
      <vt:lpstr>Versão Final</vt:lpstr>
      <vt:lpstr>Apresentação do PowerPoint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S.O.S</dc:title>
  <dc:creator>Peixinho</dc:creator>
  <cp:lastModifiedBy>IFSP Campus Caraguatatuba</cp:lastModifiedBy>
  <cp:revision>15</cp:revision>
  <dcterms:created xsi:type="dcterms:W3CDTF">2018-11-21T23:08:33Z</dcterms:created>
  <dcterms:modified xsi:type="dcterms:W3CDTF">2018-11-23T10:18:45Z</dcterms:modified>
</cp:coreProperties>
</file>